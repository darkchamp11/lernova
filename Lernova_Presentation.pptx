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92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Lernova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137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Prototype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Lernova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Smart Learning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Adaptive Education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Lernova?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learning companion that adapts to user skill levels, tests knowledge in real-time, and provides personalized course recommendations.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Goals: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 education using AI and heuristic engines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learning progress and knowledge vectors visually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a fast, modern, and reliable user experience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Technology Stack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3322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15 (App Router), Tailwind CSS, Recharts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Node.js, Next.js API Routes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16 (via Drizzle ORM)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Caching &amp; Sessions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&amp; LLMs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Ollama (Local Models), Groq API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Quality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Biome.js (Linting &amp; Formatting)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&amp; Docker Compose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Authentication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Redis-based session storage with secure cookies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Recommendations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Suggests courses based on learning goals, past progress, and knowledge gaps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Progress Tracking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Radar charts for knowledge mapping and bar charts for recent scores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Goal-Based Enrollments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Limits to 2 active courses with dynamic study to-do lists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Learning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Knowledge Checks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Dynamically generates unique quizzes based on target topic and difficulty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immediate feedback and explanations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AI Tutor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LLM integration via Ollama for real-time streaming chat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prompts strictly tuned for educational guidance and Socratic questioning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Aware of the user's knowledge vectors to personalize responses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Topic Extraction</a:t>
            </a:r>
            <a:endParaRPr lang="en-US" sz="16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analyzes user goals to extract and map to standard learning topics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Data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-&gt; Next.js Frontend -&gt; Next.js API Routes -&gt; Drizzle ORM -&gt; PostgreSQL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-&gt; Redis (Cache/Sessions)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-&gt; AI Provider (Ollama/Groq)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474719"/>
            <a:ext cx="685800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Highlights: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931919"/>
            <a:ext cx="8229600" cy="654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Users: Tracks credentials, goals, and knowledge vector arrays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Content: Courses, difficulties, topics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 &amp; Enrollments: Tracks active courses, scores, and study tasks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399"/>
            <a:ext cx="6858000" cy="731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Success &amp; Future Outlook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19"/>
            <a:ext cx="8229600" cy="2868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Complete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Solid foundation with secure auth, database schema, and caching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UI dashboard, AI tutor, and dynamic quizzes implemented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Readiness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learning recommendation models via FastAPI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collaborative filtering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Adaptive difficulty adjustments based on continuous real-time analytics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398</Words>
  <Application>Microsoft Office PowerPoint</Application>
  <PresentationFormat>On-screen Show (16:9)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Lernova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Lernova Project Presentation</dc:title>
  <dc:subject>Lernova Platform Overview</dc:subject>
  <dc:creator>Lernova AI</dc:creator>
  <cp:lastModifiedBy>Jaya Raj Vavilapalli</cp:lastModifiedBy>
  <cp:revision>2</cp:revision>
  <dcterms:created xsi:type="dcterms:W3CDTF">2026-04-25T05:43:28Z</dcterms:created>
  <dcterms:modified xsi:type="dcterms:W3CDTF">2026-04-25T05:51:04Z</dcterms:modified>
</cp:coreProperties>
</file>